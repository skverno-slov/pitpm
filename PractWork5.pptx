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7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Прогноз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Поток туристов</c:v>
                </c:pt>
                <c:pt idx="1">
                  <c:v>Расходы</c:v>
                </c:pt>
                <c:pt idx="2">
                  <c:v>Прибыль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2500</c:v>
                </c:pt>
                <c:pt idx="1">
                  <c:v>1200</c:v>
                </c:pt>
                <c:pt idx="2">
                  <c:v>1250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CA-4143-AA2D-70E15B0B89A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Поток туристов</c:v>
                </c:pt>
                <c:pt idx="1">
                  <c:v>Расходы</c:v>
                </c:pt>
                <c:pt idx="2">
                  <c:v>Прибыль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3200</c:v>
                </c:pt>
                <c:pt idx="1">
                  <c:v>2400</c:v>
                </c:pt>
                <c:pt idx="2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CA-4143-AA2D-70E15B0B8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16981456"/>
        <c:axId val="1116981872"/>
      </c:barChart>
      <c:catAx>
        <c:axId val="1116981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6981872"/>
        <c:crosses val="autoZero"/>
        <c:auto val="1"/>
        <c:lblAlgn val="ctr"/>
        <c:lblOffset val="100"/>
        <c:noMultiLvlLbl val="0"/>
      </c:catAx>
      <c:valAx>
        <c:axId val="1116981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698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31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96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27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28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95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27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49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9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85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45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D003E-1E03-4241-9386-7F172081D93D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81580-989C-40AE-BC9F-D25B934DA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89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54200" y="124536"/>
            <a:ext cx="858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ФЕДЕРАЛЬНОЕ ГОСУДАРСТВЕННОЕ БЮДЖЕТНОЕ ОБРАЗОВАТЕЛЬНОЕ</a:t>
            </a:r>
          </a:p>
          <a:p>
            <a:pPr algn="ctr"/>
            <a:r>
              <a:rPr lang="ru-RU" b="1" dirty="0" smtClean="0"/>
              <a:t>УЧРЕЖДЕНИЕ ВЫСШЕГО ОБРАЗОВАНИЯ</a:t>
            </a:r>
          </a:p>
          <a:p>
            <a:pPr algn="ctr"/>
            <a:r>
              <a:rPr lang="ru-RU" b="1" dirty="0" smtClean="0"/>
              <a:t>«САНКТ-ПЕТЕРБУРГСКИЙ ГОСУДАРСТВЕННЫЙ УНИВЕРСИТЕТ</a:t>
            </a:r>
          </a:p>
          <a:p>
            <a:pPr algn="ctr"/>
            <a:r>
              <a:rPr lang="ru-RU" b="1" dirty="0" smtClean="0"/>
              <a:t>ТЕЛЕКОММУНИКАЦИЙ ИМ. ПРОФ. М.А. БОНЧ-БРУЕВИЧА»</a:t>
            </a:r>
          </a:p>
          <a:p>
            <a:pPr algn="ctr"/>
            <a:r>
              <a:rPr lang="ru-RU" b="1" dirty="0" smtClean="0"/>
              <a:t>(</a:t>
            </a:r>
            <a:r>
              <a:rPr lang="ru-RU" b="1" dirty="0" err="1" smtClean="0"/>
              <a:t>СПбГУТ</a:t>
            </a:r>
            <a:r>
              <a:rPr lang="ru-RU" b="1" dirty="0" smtClean="0"/>
              <a:t>)</a:t>
            </a:r>
          </a:p>
          <a:p>
            <a:pPr algn="ctr"/>
            <a:r>
              <a:rPr lang="ru-RU" b="1" dirty="0" smtClean="0"/>
              <a:t> </a:t>
            </a:r>
          </a:p>
          <a:p>
            <a:pPr algn="ctr"/>
            <a:r>
              <a:rPr lang="ru-RU" b="1" dirty="0" smtClean="0"/>
              <a:t>АРХАНГЕЛЬСКИЙ КОЛЛЕДЖ ТЕЛЕКОММУНИКАЦИЙ</a:t>
            </a:r>
          </a:p>
          <a:p>
            <a:pPr algn="ctr"/>
            <a:r>
              <a:rPr lang="ru-RU" b="1" dirty="0" smtClean="0"/>
              <a:t>ИМ. Б.Л. РОЗИНГА (ФИЛИАЛ) </a:t>
            </a:r>
            <a:r>
              <a:rPr lang="ru-RU" b="1" dirty="0" err="1" smtClean="0"/>
              <a:t>СПбГУТ</a:t>
            </a:r>
            <a:endParaRPr lang="ru-RU" b="1" dirty="0" smtClean="0"/>
          </a:p>
          <a:p>
            <a:pPr algn="ctr"/>
            <a:r>
              <a:rPr lang="ru-RU" b="1" dirty="0" smtClean="0"/>
              <a:t>(АКТ (ф) </a:t>
            </a:r>
            <a:r>
              <a:rPr lang="ru-RU" b="1" dirty="0" err="1" smtClean="0"/>
              <a:t>СПбГУТ</a:t>
            </a:r>
            <a:r>
              <a:rPr lang="ru-RU" b="1" dirty="0" smtClean="0"/>
              <a:t>)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90672" y="6388100"/>
            <a:ext cx="191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Архангельск 2025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077425" y="5041900"/>
            <a:ext cx="30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/>
              <a:t>Луканин З. А.  Вешняков К. В.</a:t>
            </a:r>
          </a:p>
          <a:p>
            <a:pPr algn="r"/>
            <a:r>
              <a:rPr lang="ru-RU" dirty="0" smtClean="0"/>
              <a:t>Садовский Р. В.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540000" y="2986858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Создание сайта-визитки для национального парка «Смоленское </a:t>
            </a:r>
            <a:r>
              <a:rPr lang="ru-RU" sz="2800" b="1" dirty="0" err="1" smtClean="0"/>
              <a:t>поозерье</a:t>
            </a:r>
            <a:r>
              <a:rPr lang="ru-RU" sz="2800" b="1" dirty="0" smtClean="0"/>
              <a:t>» 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923724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1325563"/>
          </a:xfrm>
        </p:spPr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4200" y="1355725"/>
            <a:ext cx="10515600" cy="9429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Актуальность</a:t>
            </a:r>
          </a:p>
          <a:p>
            <a:pPr marL="0" indent="0">
              <a:buNone/>
            </a:pPr>
            <a:r>
              <a:rPr lang="ru-RU" dirty="0" smtClean="0"/>
              <a:t>Необходимо привлечь внимание людей к уникальному природному объекту для сохранения культурного разнообразия региона.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84200" y="2805112"/>
            <a:ext cx="10515600" cy="94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200" b="1" dirty="0" smtClean="0"/>
              <a:t>Цель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200" dirty="0" smtClean="0"/>
              <a:t>Разработать сайт-визитку для привлечения людей в парк.</a:t>
            </a:r>
            <a:endParaRPr lang="ru-RU" sz="22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584200" y="3935412"/>
            <a:ext cx="10515600" cy="1970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200" b="1" dirty="0" smtClean="0"/>
              <a:t>Задачи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200" dirty="0" smtClean="0"/>
              <a:t>Для создания сайта необходимо: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200" dirty="0" smtClean="0"/>
              <a:t>Разработать интуитивный интерфейс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200" dirty="0" smtClean="0"/>
              <a:t>Наполнение сайта актуальной информацией</a:t>
            </a:r>
          </a:p>
        </p:txBody>
      </p:sp>
      <p:pic>
        <p:nvPicPr>
          <p:cNvPr id="2050" name="Picture 2" descr="Смешные картинки Эксперт 30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99" y="2576024"/>
            <a:ext cx="3975101" cy="428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307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JavaScript — Википедия"/>
          <p:cNvSpPr>
            <a:spLocks noChangeAspect="1" noChangeArrowheads="1"/>
          </p:cNvSpPr>
          <p:nvPr/>
        </p:nvSpPr>
        <p:spPr bwMode="auto">
          <a:xfrm>
            <a:off x="930275" y="4826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4" descr="JavaScript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9" y="940594"/>
            <a:ext cx="4886331" cy="3251631"/>
          </a:xfrm>
          <a:prstGeom prst="rect">
            <a:avLst/>
          </a:prstGeom>
        </p:spPr>
      </p:pic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1325563"/>
          </a:xfrm>
        </p:spPr>
        <p:txBody>
          <a:bodyPr/>
          <a:lstStyle/>
          <a:p>
            <a:r>
              <a:rPr lang="ru-RU" dirty="0" smtClean="0"/>
              <a:t>Используемые те</a:t>
            </a:r>
            <a:r>
              <a:rPr lang="ru-RU" dirty="0"/>
              <a:t>х</a:t>
            </a:r>
            <a:r>
              <a:rPr lang="ru-RU" dirty="0" smtClean="0"/>
              <a:t>нологии</a:t>
            </a:r>
            <a:endParaRPr lang="ru-RU" dirty="0"/>
          </a:p>
        </p:txBody>
      </p:sp>
      <p:pic>
        <p:nvPicPr>
          <p:cNvPr id="1030" name="Picture 6" descr="HTML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462" y="1800622"/>
            <a:ext cx="3779838" cy="377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8" descr="Файл:CSS3 logo and wordmark.svg — Википед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4" name="Picture 10" descr="Файл:CSS3 logo and wordmark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275" y="1800622"/>
            <a:ext cx="2947025" cy="416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Логотип программы Visual Studio Cod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4099719"/>
            <a:ext cx="2758277" cy="275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75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функции сайта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Интерактивная карта парка</a:t>
            </a:r>
          </a:p>
          <a:p>
            <a:r>
              <a:rPr lang="ru-RU" dirty="0" smtClean="0"/>
              <a:t>Раздел новостей парка</a:t>
            </a:r>
          </a:p>
          <a:p>
            <a:r>
              <a:rPr lang="ru-RU" dirty="0" smtClean="0"/>
              <a:t>Обратная связь</a:t>
            </a:r>
          </a:p>
          <a:p>
            <a:r>
              <a:rPr lang="ru-RU" dirty="0" smtClean="0"/>
              <a:t>Покупка билетов</a:t>
            </a:r>
            <a:endParaRPr lang="ru-RU" dirty="0"/>
          </a:p>
          <a:p>
            <a:r>
              <a:rPr lang="ru-RU" dirty="0" smtClean="0"/>
              <a:t>Медиа</a:t>
            </a:r>
          </a:p>
          <a:p>
            <a:r>
              <a:rPr lang="ru-RU" dirty="0" smtClean="0"/>
              <a:t>Проект</a:t>
            </a:r>
          </a:p>
          <a:p>
            <a:r>
              <a:rPr lang="ru-RU" dirty="0" smtClean="0"/>
              <a:t>Правила поведения</a:t>
            </a:r>
          </a:p>
        </p:txBody>
      </p:sp>
      <p:pic>
        <p:nvPicPr>
          <p:cNvPr id="3074" name="Picture 2" descr="Смешные картинки Эксперт 30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50988"/>
            <a:ext cx="5715000" cy="515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4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Экономическое обоснование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814502"/>
              </p:ext>
            </p:extLst>
          </p:nvPr>
        </p:nvGraphicFramePr>
        <p:xfrm>
          <a:off x="838200" y="1825625"/>
          <a:ext cx="5270500" cy="4232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098" name="Picture 2" descr="Смешные картинки Эксперт 30 фот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909" y="1825625"/>
            <a:ext cx="5402792" cy="359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23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Смешные картинки С тестом для детей 30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1390649"/>
            <a:ext cx="9753600" cy="546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Подходы и результаты тестирования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" y="1825625"/>
            <a:ext cx="4343400" cy="4351338"/>
          </a:xfrm>
        </p:spPr>
        <p:txBody>
          <a:bodyPr/>
          <a:lstStyle/>
          <a:p>
            <a:r>
              <a:rPr lang="ru-RU" dirty="0" smtClean="0"/>
              <a:t>Пользовательское интервью</a:t>
            </a:r>
          </a:p>
          <a:p>
            <a:r>
              <a:rPr lang="en-US" dirty="0" smtClean="0"/>
              <a:t>A/B </a:t>
            </a:r>
            <a:r>
              <a:rPr lang="ru-RU" dirty="0" smtClean="0"/>
              <a:t>тестирование</a:t>
            </a:r>
            <a:endParaRPr lang="en-US" dirty="0" smtClean="0"/>
          </a:p>
          <a:p>
            <a:r>
              <a:rPr lang="ru-RU" dirty="0" smtClean="0"/>
              <a:t>Опрос через </a:t>
            </a:r>
            <a:r>
              <a:rPr lang="en-US" dirty="0" smtClean="0"/>
              <a:t>Google </a:t>
            </a:r>
            <a:r>
              <a:rPr lang="ru-RU" dirty="0" smtClean="0"/>
              <a:t>формы</a:t>
            </a:r>
          </a:p>
          <a:p>
            <a:r>
              <a:rPr lang="en-US" dirty="0" smtClean="0"/>
              <a:t>Usability (ER = 7%, AR = 0,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 TSR = 89%, ATT = 5,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 SUS = 87, NPC = 8)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149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337300" cy="4351338"/>
          </a:xfrm>
        </p:spPr>
        <p:txBody>
          <a:bodyPr/>
          <a:lstStyle/>
          <a:p>
            <a:r>
              <a:rPr lang="ru-RU" dirty="0" smtClean="0"/>
              <a:t>Создание данного парка является стратегическим шагом для привлечения внимание людей к природе, общественному порядку, культурному просвещению, а так же к уникальному природному объекту.</a:t>
            </a:r>
          </a:p>
        </p:txBody>
      </p:sp>
      <p:pic>
        <p:nvPicPr>
          <p:cNvPr id="6146" name="Picture 2" descr="Просмотрите 30 идей на доске «мемы для окончания презентации» и на тему  «мемы» | презентация, веселые мемы, смешные мемы и т. д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124" y="1508125"/>
            <a:ext cx="362867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97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54200" y="124536"/>
            <a:ext cx="858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ФЕДЕРАЛЬНОЕ ГОСУДАРСТВЕННОЕ БЮДЖЕТНОЕ ОБРАЗОВАТЕЛЬНОЕ</a:t>
            </a:r>
          </a:p>
          <a:p>
            <a:pPr algn="ctr"/>
            <a:r>
              <a:rPr lang="ru-RU" b="1" dirty="0" smtClean="0"/>
              <a:t>УЧРЕЖДЕНИЕ ВЫСШЕГО ОБРАЗОВАНИЯ</a:t>
            </a:r>
          </a:p>
          <a:p>
            <a:pPr algn="ctr"/>
            <a:r>
              <a:rPr lang="ru-RU" b="1" dirty="0" smtClean="0"/>
              <a:t>«САНКТ-ПЕТЕРБУРГСКИЙ ГОСУДАРСТВЕННЫЙ УНИВЕРСИТЕТ</a:t>
            </a:r>
          </a:p>
          <a:p>
            <a:pPr algn="ctr"/>
            <a:r>
              <a:rPr lang="ru-RU" b="1" dirty="0" smtClean="0"/>
              <a:t>ТЕЛЕКОММУНИКАЦИЙ ИМ. ПРОФ. М.А. БОНЧ-БРУЕВИЧА»</a:t>
            </a:r>
          </a:p>
          <a:p>
            <a:pPr algn="ctr"/>
            <a:r>
              <a:rPr lang="ru-RU" b="1" dirty="0" smtClean="0"/>
              <a:t>(</a:t>
            </a:r>
            <a:r>
              <a:rPr lang="ru-RU" b="1" dirty="0" err="1" smtClean="0"/>
              <a:t>СПбГУТ</a:t>
            </a:r>
            <a:r>
              <a:rPr lang="ru-RU" b="1" dirty="0" smtClean="0"/>
              <a:t>)</a:t>
            </a:r>
          </a:p>
          <a:p>
            <a:pPr algn="ctr"/>
            <a:r>
              <a:rPr lang="ru-RU" b="1" dirty="0" smtClean="0"/>
              <a:t> </a:t>
            </a:r>
          </a:p>
          <a:p>
            <a:pPr algn="ctr"/>
            <a:r>
              <a:rPr lang="ru-RU" b="1" dirty="0" smtClean="0"/>
              <a:t>АРХАНГЕЛЬСКИЙ КОЛЛЕДЖ ТЕЛЕКОММУНИКАЦИЙ</a:t>
            </a:r>
          </a:p>
          <a:p>
            <a:pPr algn="ctr"/>
            <a:r>
              <a:rPr lang="ru-RU" b="1" dirty="0" smtClean="0"/>
              <a:t>ИМ. Б.Л. РОЗИНГА (ФИЛИАЛ) </a:t>
            </a:r>
            <a:r>
              <a:rPr lang="ru-RU" b="1" dirty="0" err="1" smtClean="0"/>
              <a:t>СПбГУТ</a:t>
            </a:r>
            <a:endParaRPr lang="ru-RU" b="1" dirty="0" smtClean="0"/>
          </a:p>
          <a:p>
            <a:pPr algn="ctr"/>
            <a:r>
              <a:rPr lang="ru-RU" b="1" dirty="0" smtClean="0"/>
              <a:t>(АКТ (ф) </a:t>
            </a:r>
            <a:r>
              <a:rPr lang="ru-RU" b="1" dirty="0" err="1" smtClean="0"/>
              <a:t>СПбГУТ</a:t>
            </a:r>
            <a:r>
              <a:rPr lang="ru-RU" b="1" dirty="0" smtClean="0"/>
              <a:t>)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90672" y="6388100"/>
            <a:ext cx="191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Архангельск 2025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077425" y="5041900"/>
            <a:ext cx="30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/>
              <a:t>Луканин З. А.  Вешняков К. В.</a:t>
            </a:r>
          </a:p>
          <a:p>
            <a:pPr algn="r"/>
            <a:r>
              <a:rPr lang="ru-RU" dirty="0" smtClean="0"/>
              <a:t>Садовский Р. В.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603500" y="2986858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Создание сайта-визитки для национального парка «Смоленское </a:t>
            </a:r>
            <a:r>
              <a:rPr lang="ru-RU" sz="2800" b="1" dirty="0" err="1" smtClean="0"/>
              <a:t>поозерье</a:t>
            </a:r>
            <a:r>
              <a:rPr lang="ru-RU" sz="2800" b="1" dirty="0" smtClean="0"/>
              <a:t>» 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142398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208</Words>
  <Application>Microsoft Office PowerPoint</Application>
  <PresentationFormat>Широкоэкранный</PresentationFormat>
  <Paragraphs>53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Тема Office</vt:lpstr>
      <vt:lpstr>Презентация PowerPoint</vt:lpstr>
      <vt:lpstr>Введение</vt:lpstr>
      <vt:lpstr>Используемые технологии</vt:lpstr>
      <vt:lpstr>Основные функции сайта</vt:lpstr>
      <vt:lpstr>Экономическое обоснование</vt:lpstr>
      <vt:lpstr>Подходы и результаты тестирования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221</dc:creator>
  <cp:lastModifiedBy>221</cp:lastModifiedBy>
  <cp:revision>12</cp:revision>
  <dcterms:created xsi:type="dcterms:W3CDTF">2025-11-11T05:35:09Z</dcterms:created>
  <dcterms:modified xsi:type="dcterms:W3CDTF">2025-11-11T07:00:43Z</dcterms:modified>
</cp:coreProperties>
</file>